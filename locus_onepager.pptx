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2651760"/>
            <a:ext cx="3840480" cy="3840480"/>
          </a:xfrm>
          <a:prstGeom prst="ellipse">
            <a:avLst/>
          </a:prstGeom>
          <a:solidFill>
            <a:srgbClr val="F36F21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-1280160"/>
            <a:ext cx="3108960" cy="3108960"/>
          </a:xfrm>
          <a:prstGeom prst="ellipse">
            <a:avLst/>
          </a:prstGeom>
          <a:solidFill>
            <a:srgbClr val="3253DC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37960" y="384048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0" y="384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DE6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 · MOCK DATA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91440" cy="1298448"/>
          </a:xfrm>
          <a:prstGeom prst="rect">
            <a:avLst/>
          </a:prstGeom>
          <a:solidFill>
            <a:srgbClr val="F36F2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 Locus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Location &amp; Fleet Intelligence — accelerated by Local AI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9992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 Health Seattle · 9-building corporate campus on Cedar Lake + WFH  ·  ~123k endpoints  ·  Intune + Surface Management Portal (future-state concept)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for demonstration only · fabricated data · Zava Health is a fictional demo brand · “Surface Locus” is a concept, not a shipping product · placeholder branding.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253D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demo in five beats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2004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B3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82296" cy="3429000"/>
          </a:xfrm>
          <a:prstGeom prst="rect">
            <a:avLst/>
          </a:prstGeom>
          <a:solidFill>
            <a:srgbClr val="F36F21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44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87452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~123,000 managed Windows endpoints across a 9-building Seattle campus on Cedar Lake + WFH staff.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manages them — but thousands carry a blank or stale location, so techs can’t find hardware to fix or reclaim.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PHI-capable devices and underused assets both hinge on one question: where is it?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69080" y="1371600"/>
            <a:ext cx="457200" cy="457200"/>
          </a:xfrm>
          <a:prstGeom prst="ellipse">
            <a:avLst/>
          </a:prstGeom>
          <a:solidFill>
            <a:srgbClr val="3253DC"/>
          </a:solidFill>
          <a:ln/>
        </p:spPr>
      </p:sp>
      <p:sp>
        <p:nvSpPr>
          <p:cNvPr id="9" name="Text 7"/>
          <p:cNvSpPr/>
          <p:nvPr/>
        </p:nvSpPr>
        <p:spPr>
          <a:xfrm>
            <a:off x="4069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13350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Fleet Map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16093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buildings on Cedar Lake + WFH, at 123k scale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69080" y="2043684"/>
            <a:ext cx="457200" cy="45720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13" name="Text 11"/>
          <p:cNvSpPr/>
          <p:nvPr/>
        </p:nvSpPr>
        <p:spPr>
          <a:xfrm>
            <a:off x="4069080" y="20436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20071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far Intune goes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22814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ceiling of MDM today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69080" y="271576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069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2679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On-device intelligence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2953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PII → predict location — the hero moment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69080" y="3387852"/>
            <a:ext cx="457200" cy="457200"/>
          </a:xfrm>
          <a:prstGeom prst="ellipse">
            <a:avLst/>
          </a:prstGeom>
          <a:solidFill>
            <a:srgbClr val="F36F21"/>
          </a:solidFill>
          <a:ln/>
        </p:spPr>
      </p:sp>
      <p:sp>
        <p:nvSpPr>
          <p:cNvPr id="21" name="Text 19"/>
          <p:cNvSpPr/>
          <p:nvPr/>
        </p:nvSpPr>
        <p:spPr>
          <a:xfrm>
            <a:off x="4069080" y="33878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63440" y="33512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+ Utilization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36255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techs · reclaim underused hardware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069080" y="4059936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406908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63440" y="40233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Locus in Intune &amp; Surface Portal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63440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Future-state concept + why on-device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75488"/>
          </a:xfrm>
          <a:prstGeom prst="rect">
            <a:avLst/>
          </a:prstGeom>
          <a:solidFill>
            <a:srgbClr val="3253D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far Intune goes — and where Local AI takes 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877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B3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" cy="32461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2587752" cy="566928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" y="125272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with Intune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155448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ships now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3504" y="1938528"/>
            <a:ext cx="23134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Coarse: last check-in IP + Entra sign-in city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check-in (~8h), only while online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offline / RF-dead-zone coverage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~4,200 endpoints carry a blank / stale location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234440"/>
            <a:ext cx="25877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B34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234440"/>
            <a:ext cx="82296" cy="3246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3273552" y="1234440"/>
            <a:ext cx="2587752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125272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AI Acceleration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01568" y="155448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prototype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9856" y="1938528"/>
            <a:ext cx="23134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fused live zone; PII redacted locally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event-driven on the NPU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offline; predicts location with probability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ServiceNow dispatch + DEX repurpose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9904" y="1234440"/>
            <a:ext cx="25877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B34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1234440"/>
            <a:ext cx="82296" cy="3246120"/>
          </a:xfrm>
          <a:prstGeom prst="rect">
            <a:avLst/>
          </a:prstGeom>
          <a:solidFill>
            <a:srgbClr val="F36F21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9904" y="1234440"/>
            <a:ext cx="2587752" cy="566928"/>
          </a:xfrm>
          <a:prstGeom prst="rect">
            <a:avLst/>
          </a:prstGeom>
          <a:solidFill>
            <a:srgbClr val="F36F21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25272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Locus (native)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55448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concept · mock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36208" y="1938528"/>
            <a:ext cx="23134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low-power presence (Surface NPU hub)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Per-building geofences on the Cedar Lake campus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loss/theft before it’s gone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natively in Intune + Surface Mgmt Portal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AI complements Intune — it doesn’t replace 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75488"/>
          </a:xfrm>
          <a:prstGeom prst="rect">
            <a:avLst/>
          </a:prstGeom>
          <a:solidFill>
            <a:srgbClr val="3253D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AI acceleration — on the Surface NPU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phi-3.5-mini runs on-device via Foundry Local. Three things cloud tracking cannot do: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877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B3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82296" cy="1783080"/>
          </a:xfrm>
          <a:prstGeom prst="rect">
            <a:avLst/>
          </a:prstGeom>
          <a:solidFill>
            <a:srgbClr val="3253DC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627632"/>
            <a:ext cx="310896" cy="310896"/>
          </a:xfrm>
          <a:prstGeom prst="ellipse">
            <a:avLst/>
          </a:prstGeom>
          <a:solidFill>
            <a:srgbClr val="3253DC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591056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loss / theft the instant a device moves — no cloud round-trip.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73552" y="1463040"/>
            <a:ext cx="25877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B34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463040"/>
            <a:ext cx="82296" cy="1783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3438144" y="1627632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591056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56432" y="208483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working in RF dead zones — parking decks, lakefront blind spots, basements — and flaky WFH links.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9904" y="1463040"/>
            <a:ext cx="25877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B34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463040"/>
            <a:ext cx="82296" cy="1783080"/>
          </a:xfrm>
          <a:prstGeom prst="rect">
            <a:avLst/>
          </a:prstGeom>
          <a:solidFill>
            <a:srgbClr val="F36F2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4496" y="1627632"/>
            <a:ext cx="310896" cy="310896"/>
          </a:xfrm>
          <a:prstGeom prst="ellipse">
            <a:avLst/>
          </a:prstGeom>
          <a:solidFill>
            <a:srgbClr val="F36F21"/>
          </a:solidFill>
          <a:ln/>
        </p:spPr>
      </p:sp>
      <p:sp>
        <p:nvSpPr>
          <p:cNvPr id="18" name="Text 16"/>
          <p:cNvSpPr/>
          <p:nvPr/>
        </p:nvSpPr>
        <p:spPr>
          <a:xfrm>
            <a:off x="6656832" y="1591056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72784" y="208483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reasoning + PHI stay on-device; only alerts sync. Smaller breach blast radius.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1947672" cy="566928"/>
          </a:xfrm>
          <a:prstGeom prst="roundRect">
            <a:avLst>
              <a:gd name="adj" fmla="val 16129"/>
            </a:avLst>
          </a:prstGeom>
          <a:solidFill>
            <a:srgbClr val="E8EEF9"/>
          </a:solidFill>
          <a:ln w="12700">
            <a:solidFill>
              <a:srgbClr val="C7D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52044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fleet queries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87168" y="3520440"/>
            <a:ext cx="1947672" cy="566928"/>
          </a:xfrm>
          <a:prstGeom prst="roundRect">
            <a:avLst>
              <a:gd name="adj" fmla="val 16129"/>
            </a:avLst>
          </a:prstGeom>
          <a:solidFill>
            <a:srgbClr val="E8EEF9"/>
          </a:solidFill>
          <a:ln w="12700">
            <a:solidFill>
              <a:srgbClr val="C7D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352044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~&lt;1% battery, always-on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17136" y="3520440"/>
            <a:ext cx="1947672" cy="566928"/>
          </a:xfrm>
          <a:prstGeom prst="roundRect">
            <a:avLst>
              <a:gd name="adj" fmla="val 16129"/>
            </a:avLst>
          </a:prstGeom>
          <a:solidFill>
            <a:srgbClr val="E8EEF9"/>
          </a:solidFill>
          <a:ln w="12700">
            <a:solidFill>
              <a:srgbClr val="C7D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52044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learned “normal”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47104" y="3520440"/>
            <a:ext cx="1947672" cy="566928"/>
          </a:xfrm>
          <a:prstGeom prst="roundRect">
            <a:avLst>
              <a:gd name="adj" fmla="val 16129"/>
            </a:avLst>
          </a:prstGeom>
          <a:solidFill>
            <a:srgbClr val="E8EEF9"/>
          </a:solidFill>
          <a:ln w="12700">
            <a:solidFill>
              <a:srgbClr val="C7D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52044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offload to owned silicon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Intune stays the system of record; Local AI adds the real-time, offline, private layer on top.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75488"/>
          </a:xfrm>
          <a:prstGeom prst="rect">
            <a:avLst/>
          </a:prstGeom>
          <a:solidFill>
            <a:srgbClr val="3253D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on-device pipeline — redact → predict → dispatch → repurpose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969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 Health-specific value: sensitive context stays on the device; only useful, de-identified signal flows downstream.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B3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00200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16002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Redact PII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2139696"/>
            <a:ext cx="1627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Patient↔clinician links, MRNs and contact info are stripped on-device. Only a coarse zone + time bucket may ever sync.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32304" y="1417320"/>
            <a:ext cx="2130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08783" y="141732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B34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8783" y="1417320"/>
            <a:ext cx="82296" cy="2286000"/>
          </a:xfrm>
          <a:prstGeom prst="rect">
            <a:avLst/>
          </a:prstGeom>
          <a:solidFill>
            <a:srgbClr val="3253DC"/>
          </a:solidFill>
          <a:ln/>
        </p:spPr>
      </p:sp>
      <p:sp>
        <p:nvSpPr>
          <p:cNvPr id="14" name="Shape 12"/>
          <p:cNvSpPr/>
          <p:nvPr/>
        </p:nvSpPr>
        <p:spPr>
          <a:xfrm>
            <a:off x="2791663" y="1600200"/>
            <a:ext cx="402336" cy="402336"/>
          </a:xfrm>
          <a:prstGeom prst="ellipse">
            <a:avLst/>
          </a:prstGeom>
          <a:solidFill>
            <a:srgbClr val="3253DC"/>
          </a:solidFill>
          <a:ln/>
        </p:spPr>
      </p:sp>
      <p:sp>
        <p:nvSpPr>
          <p:cNvPr id="15" name="Text 13"/>
          <p:cNvSpPr/>
          <p:nvPr/>
        </p:nvSpPr>
        <p:spPr>
          <a:xfrm>
            <a:off x="2791663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67151" y="16002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 location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809951" y="2139696"/>
            <a:ext cx="1627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redacted signal, a probability distribution over buildings — where a device probably is, not just where it was.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83887" y="1417320"/>
            <a:ext cx="2130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60366" y="141732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B34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60366" y="1417320"/>
            <a:ext cx="82296" cy="228600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21" name="Shape 19"/>
          <p:cNvSpPr/>
          <p:nvPr/>
        </p:nvSpPr>
        <p:spPr>
          <a:xfrm>
            <a:off x="4943246" y="1600200"/>
            <a:ext cx="402336" cy="402336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22" name="Text 20"/>
          <p:cNvSpPr/>
          <p:nvPr/>
        </p:nvSpPr>
        <p:spPr>
          <a:xfrm>
            <a:off x="4943246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18734" y="16002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dispatch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61534" y="2139696"/>
            <a:ext cx="1627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resolved (or predicted) location onto the ticket so field techs stop hunting across ~4,200 blank-location endpoints.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35470" y="1417320"/>
            <a:ext cx="2130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11950" y="141732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B34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11950" y="1417320"/>
            <a:ext cx="82296" cy="2286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7094830" y="1600200"/>
            <a:ext cx="402336" cy="40233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709483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570318" y="16002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Repurpose (DEX)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113118" y="2139696"/>
            <a:ext cx="1627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Lakeside SysTrack utilization + Locus location flags ~9,500 underused endpoints to reclaim &amp; redeploy.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913632"/>
            <a:ext cx="8467344" cy="749808"/>
          </a:xfrm>
          <a:prstGeom prst="roundRect">
            <a:avLst>
              <a:gd name="adj" fmla="val 12195"/>
            </a:avLst>
          </a:prstGeom>
          <a:solidFill>
            <a:srgbClr val="ECFDF3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913632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~$3.1M–$4.4M / year  </a:t>
            </a:r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avoided by reclaiming underused hardware instead of buying new — made actionable by knowing where each device physically is.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75488"/>
          </a:xfrm>
          <a:prstGeom prst="rect">
            <a:avLst/>
          </a:prstGeom>
          <a:solidFill>
            <a:srgbClr val="3253D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8 Forces of Local AI — triaged for this use 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8-Forces framework, scored for this use case.  </a:t>
            </a:r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here: Privacy · Resilience · Latency.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143000"/>
                <a:gridCol w="4251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Force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Relevance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Why it matters here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&amp; Sovereignty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HIGH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Patient↔clinician links + MRNs are HIPAA PHI — redacted on-device, never a cloud honeypot.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HIGH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dead zones (server rooms, decks, lakefront) + flaky WFH — keeps working fully offline.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HIGH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/ theft must be caught the instant a device moves — no cloud round-trip.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Segmentation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HIGH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location + PHI stay local; only de-identified zone + time sync downstream.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HIGH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Surfaces in Intune, Surface Mgmt Portal, ServiceNow + DEX — an added layer, not rip-and-replace.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Granularity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Per-endpoint policy: geofences, geofence lock, BitLocker enforce.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at 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presence for 123k endpoints is better evaluated on each device's NPU.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3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Offload continuous cloud inference; reclaim ~9,500 underused devices.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017520"/>
            <a:ext cx="3657600" cy="3657600"/>
          </a:xfrm>
          <a:prstGeom prst="ellipse">
            <a:avLst/>
          </a:prstGeom>
          <a:solidFill>
            <a:srgbClr val="F36F21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02336"/>
            <a:ext cx="91440" cy="566928"/>
          </a:xfrm>
          <a:prstGeom prst="rect">
            <a:avLst/>
          </a:prstGeom>
          <a:solidFill>
            <a:srgbClr val="F36F21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32918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 Locus — the future-state concept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E6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MOCK-UP — not a real Microsoft or Zava Health product. Illustrative only.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Always-on, low-power presence from the Surface sensor hub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Per-building geofences across the 9-building Cedar Lake campus + WFH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PII redaction + probabilistic predicted location for the ~4,200 unknown endpoints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ServiceNow dispatch + DEX repurpose — surfaced natively in Intune and the Surface Management Portal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 today — but the NPU and Foundry Local are real.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 python locus_app.py  →  http://127.0.0.1:5075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Surface Locus — Zava Health Seattle (Prototype)</dc:title>
  <dc:subject>PptxGenJS Presentation</dc:subject>
  <dc:creator>Surface Locus prototype</dc:creator>
  <cp:lastModifiedBy>Surface Locus prototype</cp:lastModifiedBy>
  <cp:revision>1</cp:revision>
  <dcterms:created xsi:type="dcterms:W3CDTF">2026-07-31T18:32:36Z</dcterms:created>
  <dcterms:modified xsi:type="dcterms:W3CDTF">2026-07-31T18:32:36Z</dcterms:modified>
</cp:coreProperties>
</file>